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Related Work / Literature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Network Brute Force Attack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Methods: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Feature Selection (Dimensionality Reduction)</a:t>
            </a:r>
          </a:p>
          <a:p>
            <a:pPr lvl="1"/>
            <a:r>
              <a:t>Goal: Remove redundant network-flow attributes.</a:t>
            </a:r>
          </a:p>
          <a:p>
            <a:pPr lvl="1"/>
            <a:r>
              <a:t>Methods used: ANOVA SelectKBest &amp; correlation pruning (reduced 70 to 16 features).</a:t>
            </a:r>
          </a:p>
          <a:p>
            <a:pPr lvl="1"/>
            <a:r>
              <a:t>Focus: Retaining features that capture timing, packet length, and TCP-state behavior specific to Brute Force.</a:t>
            </a:r>
          </a:p>
          <a:p>
            <a:pPr>
              <a:defRPr b="1"/>
            </a:pPr>
            <a:r>
              <a:t>Handling Imbalanced Datasets (Hybrid Sampling)</a:t>
            </a:r>
          </a:p>
          <a:p>
            <a:pPr lvl="1"/>
            <a:r>
              <a:t>Problem: Datasets (e.g., CICIDS2017) are dominated by benign traffic, causing models to ignore minority attacks.</a:t>
            </a:r>
          </a:p>
          <a:p>
            <a:pPr lvl="1"/>
            <a:r>
              <a:t>Solution: Implementing SMOTE-Tomek to generate synthetic samples and clean class boundaries.</a:t>
            </a:r>
          </a:p>
          <a:p>
            <a:pPr lvl="1"/>
            <a:r>
              <a:t>Crucial Step: Resampling is applied strictly to training data to prevent data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Learning &amp; The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Ensemble Learning</a:t>
            </a:r>
          </a:p>
          <a:p>
            <a:pPr lvl="1"/>
            <a:r>
              <a:t>Concept: Combining diverse classifiers (Random Forest, XGBoost, Decision Tree) to capture different traffic patterns.</a:t>
            </a:r>
          </a:p>
          <a:p>
            <a:pPr lvl="1"/>
            <a:r>
              <a:t>Strategies: Stacking (using Logistic Regression meta-learner) and Soft Voting.</a:t>
            </a:r>
          </a:p>
          <a:p>
            <a:pPr>
              <a:defRPr b="1"/>
            </a:pPr>
            <a:r>
              <a:t>The Research Gap (Our Focus)</a:t>
            </a:r>
          </a:p>
          <a:p>
            <a:pPr lvl="1"/>
            <a:r>
              <a:t>Misleading Metrics: Previous studies boast 99%+ accuracy, but this is heavily skewed by massive benign/DDoS traffic.</a:t>
            </a:r>
          </a:p>
          <a:p>
            <a:pPr lvl="1"/>
            <a:r>
              <a:t>The Missing Piece: Existing models still struggle to reliably detect underrepresented Brute Force attacks.</a:t>
            </a:r>
          </a:p>
          <a:p>
            <a:pPr lvl="1"/>
            <a:r>
              <a:t>Our Goal: Shift focus away from overall accuracy to optimizing the Macro F1-Score and specific Brute Force detection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